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· 水利安全AI眼镜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安全检查，还在靠腿、靠眼、靠经验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把一位安全专家，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一句话「扫描隐患」，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· 与传统模式相比，变的不只是效率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· 每一天，看得见的差别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· 一线每一次扫描，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· 成本降一个量级，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· 让「六项机制」从文件，变成日常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· 八项能力，一镜在手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别人做眼镜，我们做判定体系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· 会测量，才敢判定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· 十年功夫，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· 每一项，都有据可查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· 亲眼看它工作一次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水利安全AI眼镜 · 发现隐患、预判风险</dc:title>
  <dc:subject/>
  <dc:creator>总包创研院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